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1162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Unit 3: Cloud Platforms and Tools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Agenda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Intro to Cloud Platforms</a:t>
            </a:r>
          </a:p>
          <a:p>
            <a:r>
              <a:t>AWS, Azure, GCP Overview</a:t>
            </a:r>
          </a:p>
          <a:p>
            <a:r>
              <a:t>Compute Services</a:t>
            </a:r>
          </a:p>
          <a:p>
            <a:r>
              <a:t>Storage Services</a:t>
            </a:r>
          </a:p>
          <a:p>
            <a:r>
              <a:t>Database Services</a:t>
            </a:r>
          </a:p>
          <a:p>
            <a:r>
              <a:t>Real-world Use Cases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Are Cloud Platforms?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On-demand compute, storage, and services</a:t>
            </a:r>
          </a:p>
          <a:p>
            <a:r>
              <a:t>Pay-as-you-go pricing</a:t>
            </a:r>
          </a:p>
          <a:p>
            <a:r>
              <a:t>Managed infrastructure</a:t>
            </a:r>
          </a:p>
          <a:p>
            <a:r>
              <a:t>Global availability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Learn Cloud Platforms?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Most companies shifting to cloud</a:t>
            </a:r>
          </a:p>
          <a:p>
            <a:r>
              <a:t>High demand for cloud engineers</a:t>
            </a:r>
          </a:p>
          <a:p>
            <a:r>
              <a:t>Supports DevOps, AI, ML, Big Data</a:t>
            </a:r>
          </a:p>
          <a:p>
            <a:r>
              <a:t>Essential skill for IT/CS graduates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Amazon Web Services (AWS)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Launched 2006, largest cloud provider</a:t>
            </a:r>
          </a:p>
          <a:p>
            <a:r>
              <a:t>Over 200+ services</a:t>
            </a:r>
          </a:p>
          <a:p>
            <a:r>
              <a:t>Strong in compute, storage, global reach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Key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EC2: Virtual machines</a:t>
            </a:r>
          </a:p>
          <a:p>
            <a:r>
              <a:t>S3: Object storage</a:t>
            </a:r>
          </a:p>
          <a:p>
            <a:r>
              <a:t>Lambda: Serverless functions</a:t>
            </a:r>
          </a:p>
          <a:p>
            <a:r>
              <a:t>RDS: Managed database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Microsoft Azure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Released 2010, enterprise-focused</a:t>
            </a:r>
          </a:p>
          <a:p>
            <a:r>
              <a:t>Strong integration with Windows ecosystem</a:t>
            </a:r>
          </a:p>
          <a:p>
            <a:r>
              <a:t>Widely used in corporate environments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Azure Key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Virtual Machines</a:t>
            </a:r>
          </a:p>
          <a:p>
            <a:r>
              <a:t>Blob Storage</a:t>
            </a:r>
          </a:p>
          <a:p>
            <a:r>
              <a:t>SQL Database</a:t>
            </a:r>
          </a:p>
          <a:p>
            <a:r>
              <a:t>Azure Functions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Google Cloud Platform (GCP)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Leader in AI/ML and Big Data</a:t>
            </a:r>
          </a:p>
          <a:p>
            <a:r>
              <a:t>Runs services like YouTube, Google Search</a:t>
            </a:r>
          </a:p>
          <a:p>
            <a:r>
              <a:t>Popular for analytics-heavy workloads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GCP Key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Compute Engine</a:t>
            </a:r>
          </a:p>
          <a:p>
            <a:r>
              <a:t>Cloud Storage</a:t>
            </a:r>
          </a:p>
          <a:p>
            <a:r>
              <a:t>BigQuery</a:t>
            </a:r>
          </a:p>
          <a:p>
            <a:r>
              <a:t>Cloud Functions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3.2.1 Compute Services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Allows running apps on cloud servers</a:t>
            </a:r>
          </a:p>
          <a:p>
            <a:r>
              <a:t>Virtual machines, serverless, containers</a:t>
            </a:r>
          </a:p>
          <a:p>
            <a:r>
              <a:t>Scalable and reliable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Compute Services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AWS: EC2, Lambda</a:t>
            </a:r>
          </a:p>
          <a:p>
            <a:r>
              <a:t>Azure: Virtual Machines, Azure Functions</a:t>
            </a:r>
          </a:p>
          <a:p>
            <a:r>
              <a:t>GCP: Compute Engine, Cloud Functions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When to Use Compute Services?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Web hosting</a:t>
            </a:r>
          </a:p>
          <a:p>
            <a:r>
              <a:t>Mobile backend</a:t>
            </a:r>
          </a:p>
          <a:p>
            <a:r>
              <a:t>Batch processing</a:t>
            </a:r>
          </a:p>
          <a:p>
            <a:r>
              <a:t>AI model execution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3.2.2 Storage Services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Stores data reliably in cloud</a:t>
            </a:r>
          </a:p>
          <a:p>
            <a:r>
              <a:t>Types: Object, File, Block storage</a:t>
            </a:r>
          </a:p>
          <a:p>
            <a:r>
              <a:t>High durability and availability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Storage Services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AWS: S3, EBS, EFS</a:t>
            </a:r>
          </a:p>
          <a:p>
            <a:r>
              <a:t>Azure: Blob, Disk, File Storage</a:t>
            </a:r>
          </a:p>
          <a:p>
            <a:r>
              <a:t>GCP: Cloud Storage, Persistent Disk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Storage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Media storage</a:t>
            </a:r>
          </a:p>
          <a:p>
            <a:r>
              <a:t>Backups and disaster recovery</a:t>
            </a:r>
          </a:p>
          <a:p>
            <a:r>
              <a:t>Application data</a:t>
            </a:r>
          </a:p>
          <a:p>
            <a:r>
              <a:t>Big data lakes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3.2.3 Database Services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Relational and NoSQL options</a:t>
            </a:r>
          </a:p>
          <a:p>
            <a:r>
              <a:t>Fully managed services</a:t>
            </a:r>
          </a:p>
          <a:p>
            <a:r>
              <a:t>Automatic backups and scaling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Database Services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AWS: RDS, DynamoDB</a:t>
            </a:r>
          </a:p>
          <a:p>
            <a:r>
              <a:t>Azure: SQL Database, Cosmos DB</a:t>
            </a:r>
          </a:p>
          <a:p>
            <a:r>
              <a:t>GCP: Cloud SQL, Firestore, Bigtable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Database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E-commerce systems</a:t>
            </a:r>
          </a:p>
          <a:p>
            <a:r>
              <a:t>Financial applications</a:t>
            </a:r>
          </a:p>
          <a:p>
            <a:r>
              <a:t>User authentication/metadata</a:t>
            </a:r>
          </a:p>
          <a:p>
            <a:r>
              <a:t>Real-time apps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Real-World Cloud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E-commerce websites hosted on AWS</a:t>
            </a:r>
          </a:p>
          <a:p>
            <a:r>
              <a:t>Universities using Azure for LMS</a:t>
            </a:r>
          </a:p>
          <a:p>
            <a:r>
              <a:t>BigQuery used for large-scale analytics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Industry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Netflix uses AWS for streaming</a:t>
            </a:r>
          </a:p>
          <a:p>
            <a:r>
              <a:t>LinkedIn uses Azure for enterprise services</a:t>
            </a:r>
          </a:p>
          <a:p>
            <a:r>
              <a:t>Spotify uses GCP for data analytics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AWS, Azure, GCP dominate cloud market</a:t>
            </a:r>
          </a:p>
          <a:p>
            <a:r>
              <a:t>Compute, Storage, Database = core services</a:t>
            </a:r>
          </a:p>
          <a:p>
            <a:r>
              <a:t>Cloud skills essential for IT careers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Hands-on demo</a:t>
            </a:r>
          </a:p>
          <a:p>
            <a:r>
              <a:t>AWS free-tier setup</a:t>
            </a:r>
          </a:p>
          <a:p>
            <a:r>
              <a:t>Basic EC2 + S3 walkthrough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421</Words>
  <Application>Microsoft Office PowerPoint</Application>
  <PresentationFormat>On-screen Show (4:3)</PresentationFormat>
  <Paragraphs>122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Unit 3: Cloud Platforms and Tools</vt:lpstr>
      <vt:lpstr>Agenda </vt:lpstr>
      <vt:lpstr>What Are Cloud Platforms?</vt:lpstr>
      <vt:lpstr>Why Learn Cloud Platforms?</vt:lpstr>
      <vt:lpstr>Amazon Web Services (AWS)</vt:lpstr>
      <vt:lpstr>AWS Key Features</vt:lpstr>
      <vt:lpstr>Microsoft Azure</vt:lpstr>
      <vt:lpstr>Azure Key Features</vt:lpstr>
      <vt:lpstr>Google Cloud Platform (GCP)</vt:lpstr>
      <vt:lpstr>GCP Key Features</vt:lpstr>
      <vt:lpstr>3.2.1 Compute Services Overview</vt:lpstr>
      <vt:lpstr>Compute Services Comparison</vt:lpstr>
      <vt:lpstr>When to Use Compute Services?</vt:lpstr>
      <vt:lpstr>3.2.2 Storage Services Overview</vt:lpstr>
      <vt:lpstr>Storage Services Comparison</vt:lpstr>
      <vt:lpstr>Storage Use Cases</vt:lpstr>
      <vt:lpstr>3.2.3 Database Services Overview</vt:lpstr>
      <vt:lpstr>Database Services Comparison</vt:lpstr>
      <vt:lpstr>Database Use Cases</vt:lpstr>
      <vt:lpstr>Real-World Cloud Use Cases</vt:lpstr>
      <vt:lpstr>Industry Examples</vt:lpstr>
      <vt:lpstr>Summary</vt:lpstr>
      <vt:lpstr>Next Class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Ashok Bhattarai</dc:creator>
  <cp:keywords/>
  <dc:description>generated using python-pptx</dc:description>
  <cp:lastModifiedBy>Ashok Bhattarai</cp:lastModifiedBy>
  <cp:revision>2</cp:revision>
  <dcterms:created xsi:type="dcterms:W3CDTF">2013-01-27T09:14:16Z</dcterms:created>
  <dcterms:modified xsi:type="dcterms:W3CDTF">2025-12-10T15:47:26Z</dcterms:modified>
  <cp:category/>
</cp:coreProperties>
</file>