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9" r:id="rId18"/>
    <p:sldId id="272" r:id="rId19"/>
    <p:sldId id="273" r:id="rId20"/>
    <p:sldId id="274" r:id="rId21"/>
    <p:sldId id="275" r:id="rId22"/>
    <p:sldId id="276" r:id="rId23"/>
    <p:sldId id="277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6619" autoAdjust="0"/>
  </p:normalViewPr>
  <p:slideViewPr>
    <p:cSldViewPr snapToGrid="0" snapToObjects="1">
      <p:cViewPr varScale="1">
        <p:scale>
          <a:sx n="75" d="100"/>
          <a:sy n="75" d="100"/>
        </p:scale>
        <p:origin x="1666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29A21F-6479-4FA9-86E3-877BD48C04E3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9C8C3A-C329-410D-A6BB-A0C889CE1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23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search?q=metastore&amp;newwindow=1&amp;sca_esv=cedc331ac025ea34&amp;sxsrf=AE3TifPn4iI6EokK8cAHmrKDx5vnyOUvbg%3A1765987041525&amp;ei=4dJCab3pH5WTseMP4OW88Qg&amp;ved=2ahUKEwjKzJPd_sSRAxWfVmwGHdjtIL8QgK4QegQIARAC&amp;uact=5&amp;oq=meta+data+storage+in+data+lake&amp;gs_lp=Egxnd3Mtd2l6LXNlcnAiHm1ldGEgZGF0YSBzdG9yYWdlIGluIGRhdGEgbGFrZTIKEAAYsAMY1gQYRzIKEAAYsAMY1gQYRzIKEAAYsAMY1gQYRzIKEAAYsAMY1gQYRzIKEAAYsAMY1gQYRzIKEAAYsAMY1gQYRzIKEAAYsAMY1gQYRzIKEAAYsAMY1gQYR0iuHFAAWABwAXgBkAEAmAEAoAEAqgEAuAEDyAEAmAIBoAIEmAMAiAYBkAYIkgcBMaAHALIHALgHAMIHAzItMcgHA4AIAA&amp;sclient=gws-wiz-serp" TargetMode="External"/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S3, EBS, and EFS are </a:t>
            </a:r>
            <a:r>
              <a:rPr lang="en-US" dirty="0"/>
              <a:t>Amazon Web Services' core storage options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differing in data type (object, block, file), access (internet, single instance, shared), and use case (backups/web, databases/OS, shared files/apps).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S3 (Simple Storage Service)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 massive object storage for static content, backups, data lakes.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EBS (Elastic Block Store)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provides high-performance block storage, like a virtual hard drive, for single EC2 instances (databases, boot volumes).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EFS (Elastic File System)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offers scalable, shared file storage (NFS) for multiple Linux instances, ideal for content management or shared folders. 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C8C3A-C329-410D-A6BB-A0C889CE197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2291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Metadata in a data lake is stored in a centralized repository called a </a:t>
            </a:r>
            <a:r>
              <a:rPr lang="en-US" b="1" dirty="0" err="1">
                <a:effectLst/>
                <a:hlinkClick r:id="rId3"/>
              </a:rPr>
              <a:t>metastore</a:t>
            </a:r>
            <a:r>
              <a:rPr lang="en-US" dirty="0"/>
              <a:t> (like AWS Glue Catalog or Hive </a:t>
            </a:r>
            <a:r>
              <a:rPr lang="en-US" dirty="0" err="1"/>
              <a:t>Metastore</a:t>
            </a:r>
            <a:r>
              <a:rPr lang="en-US" dirty="0"/>
              <a:t>) as structured data, acting as a "map" to find, understand, and govern the raw, often unstructured, data files in the lake, providing context (source, format, schema, lineage, quality) and enabling data discovery, security, and governance, preventing the lake from becoming a "data swamp"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C8C3A-C329-410D-A6BB-A0C889CE197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7632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6798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879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5359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375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630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63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5383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350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650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667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0030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6125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Unit 3: Cloud Platforms and Tools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Agenda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Intro to Cloud Platforms</a:t>
            </a:r>
          </a:p>
          <a:p>
            <a:r>
              <a:t>AWS, Azure, GCP Overview</a:t>
            </a:r>
          </a:p>
          <a:p>
            <a:r>
              <a:t>Compute Services</a:t>
            </a:r>
          </a:p>
          <a:p>
            <a:r>
              <a:t>Storage Services</a:t>
            </a:r>
          </a:p>
          <a:p>
            <a:r>
              <a:t>Database Services</a:t>
            </a:r>
          </a:p>
          <a:p>
            <a:r>
              <a:t>Real-world Use Cases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Are Cloud Platforms?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On-demand compute, storage, and services</a:t>
            </a:r>
          </a:p>
          <a:p>
            <a:r>
              <a:t>Pay-as-you-go pricing</a:t>
            </a:r>
          </a:p>
          <a:p>
            <a:r>
              <a:t>Managed infrastructure</a:t>
            </a:r>
          </a:p>
          <a:p>
            <a:r>
              <a:t>Global availability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Learn Cloud Platforms?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Most companies shifting to cloud</a:t>
            </a:r>
          </a:p>
          <a:p>
            <a:r>
              <a:t>High demand for cloud engineers</a:t>
            </a:r>
          </a:p>
          <a:p>
            <a:r>
              <a:t>Supports DevOps, AI, ML, Big Data</a:t>
            </a:r>
          </a:p>
          <a:p>
            <a:r>
              <a:t>Essential skill for IT/CS graduates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Amazon Web Services (AWS)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Launched 2006, largest cloud provider</a:t>
            </a:r>
          </a:p>
          <a:p>
            <a:r>
              <a:t>Over 200+ services</a:t>
            </a:r>
          </a:p>
          <a:p>
            <a:r>
              <a:t>Strong in compute, storage, global reach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AWS 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EC2: Virtual machines</a:t>
            </a:r>
          </a:p>
          <a:p>
            <a:r>
              <a:t>S3: Object storage</a:t>
            </a:r>
          </a:p>
          <a:p>
            <a:r>
              <a:t>Lambda: Serverless functions</a:t>
            </a:r>
          </a:p>
          <a:p>
            <a:r>
              <a:t>RDS: Managed database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Microsoft Azure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Released 2010, enterprise-focused</a:t>
            </a:r>
          </a:p>
          <a:p>
            <a:r>
              <a:t>Strong integration with Windows ecosystem</a:t>
            </a:r>
          </a:p>
          <a:p>
            <a:r>
              <a:t>Widely used in corporate environments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Azure 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Virtual Machines</a:t>
            </a:r>
          </a:p>
          <a:p>
            <a:r>
              <a:t>Blob Storage</a:t>
            </a:r>
          </a:p>
          <a:p>
            <a:r>
              <a:t>SQL Database</a:t>
            </a:r>
          </a:p>
          <a:p>
            <a:r>
              <a:t>Azure Functions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Google Cloud Platform (GCP)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Leader in AI/ML and Big Data</a:t>
            </a:r>
          </a:p>
          <a:p>
            <a:r>
              <a:t>Runs services like YouTube, Google Search</a:t>
            </a:r>
          </a:p>
          <a:p>
            <a:r>
              <a:t>Popular for analytics-heavy workloads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GCP 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Compute Engine</a:t>
            </a:r>
          </a:p>
          <a:p>
            <a:r>
              <a:t>Cloud Storage</a:t>
            </a:r>
          </a:p>
          <a:p>
            <a:r>
              <a:t>BigQuery</a:t>
            </a:r>
          </a:p>
          <a:p>
            <a:r>
              <a:t>Cloud Functions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3.2.1 Compute Services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Allows running apps on cloud servers</a:t>
            </a:r>
          </a:p>
          <a:p>
            <a:r>
              <a:t>Virtual machines, serverless, containers</a:t>
            </a:r>
          </a:p>
          <a:p>
            <a:r>
              <a:t>Scalable and reliable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Compute Services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AWS: EC2, Lambda</a:t>
            </a:r>
          </a:p>
          <a:p>
            <a:r>
              <a:t>Azure: Virtual Machines, Azure Functions</a:t>
            </a:r>
          </a:p>
          <a:p>
            <a:r>
              <a:t>GCP: Compute Engine, Cloud Functions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When to Use Compute Services?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Web hosting</a:t>
            </a:r>
          </a:p>
          <a:p>
            <a:r>
              <a:t>Mobile backend</a:t>
            </a:r>
          </a:p>
          <a:p>
            <a:r>
              <a:t>Batch processing</a:t>
            </a:r>
          </a:p>
          <a:p>
            <a:r>
              <a:t>AI model execution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3.2.2 Storage Services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Stores data reliably in cloud</a:t>
            </a:r>
          </a:p>
          <a:p>
            <a:r>
              <a:t>Types: Object, File, Block storage</a:t>
            </a:r>
          </a:p>
          <a:p>
            <a:r>
              <a:t>High durability and availability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Storage Services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AWS: S3, E</a:t>
            </a:r>
            <a:r>
              <a:rPr lang="en-US" dirty="0"/>
              <a:t>lastic Block </a:t>
            </a:r>
            <a:r>
              <a:rPr dirty="0"/>
              <a:t>S</a:t>
            </a:r>
            <a:r>
              <a:rPr lang="en-US" dirty="0"/>
              <a:t>tore</a:t>
            </a:r>
            <a:r>
              <a:rPr dirty="0"/>
              <a:t>, E</a:t>
            </a:r>
            <a:r>
              <a:rPr lang="en-US" dirty="0"/>
              <a:t>lastic </a:t>
            </a:r>
            <a:r>
              <a:rPr dirty="0"/>
              <a:t>F</a:t>
            </a:r>
            <a:r>
              <a:rPr lang="en-US" dirty="0"/>
              <a:t>ile </a:t>
            </a:r>
            <a:r>
              <a:rPr dirty="0"/>
              <a:t>S</a:t>
            </a:r>
            <a:r>
              <a:rPr lang="en-US" dirty="0"/>
              <a:t>ystem</a:t>
            </a:r>
            <a:endParaRPr dirty="0"/>
          </a:p>
          <a:p>
            <a:r>
              <a:rPr dirty="0"/>
              <a:t>Azure: Blob, Disk, File Storage</a:t>
            </a:r>
          </a:p>
          <a:p>
            <a:r>
              <a:rPr dirty="0"/>
              <a:t>GCP: Cloud Storage, Persistent Disk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Storage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Media storage</a:t>
            </a:r>
          </a:p>
          <a:p>
            <a:r>
              <a:t>Backups and disaster recovery</a:t>
            </a:r>
          </a:p>
          <a:p>
            <a:r>
              <a:t>Application data</a:t>
            </a:r>
          </a:p>
          <a:p>
            <a:r>
              <a:t>Big data lakes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31AD3-BCFD-EBD9-F8AC-AA2EC8EED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Lake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13EDEAF-9338-E169-0635-59447D3F292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91399" y="1846263"/>
            <a:ext cx="5605651" cy="402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92497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3.2.3 Database Services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Relational and NoSQL options</a:t>
            </a:r>
          </a:p>
          <a:p>
            <a:r>
              <a:t>Fully managed services</a:t>
            </a:r>
          </a:p>
          <a:p>
            <a:r>
              <a:t>Automatic backups and scaling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Services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AWS: RDS, DynamoDB</a:t>
            </a:r>
          </a:p>
          <a:p>
            <a:r>
              <a:t>Azure: SQL Database, Cosmos DB</a:t>
            </a:r>
          </a:p>
          <a:p>
            <a:r>
              <a:t>GCP: Cloud SQL, Firestore, Bigtable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E-commerce systems</a:t>
            </a:r>
          </a:p>
          <a:p>
            <a:r>
              <a:t>Financial applications</a:t>
            </a:r>
          </a:p>
          <a:p>
            <a:r>
              <a:t>User authentication/metadata</a:t>
            </a:r>
          </a:p>
          <a:p>
            <a:r>
              <a:t>Real-time apps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Cloud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E-commerce websites hosted on AWS</a:t>
            </a:r>
          </a:p>
          <a:p>
            <a:r>
              <a:t>Universities using Azure for LMS</a:t>
            </a:r>
          </a:p>
          <a:p>
            <a:r>
              <a:t>BigQuery used for large-scale analytics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Industry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Netflix uses AWS for streaming</a:t>
            </a:r>
          </a:p>
          <a:p>
            <a:r>
              <a:t>LinkedIn uses Azure for enterprise services</a:t>
            </a:r>
          </a:p>
          <a:p>
            <a:r>
              <a:t>Spotify uses GCP for data analytics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AWS, Azure, GCP dominate cloud market</a:t>
            </a:r>
          </a:p>
          <a:p>
            <a:r>
              <a:rPr dirty="0"/>
              <a:t>Compute, Storage, Database = core services</a:t>
            </a:r>
          </a:p>
          <a:p>
            <a:r>
              <a:t>Cloud skills essential for IT careers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704</TotalTime>
  <Words>633</Words>
  <Application>Microsoft Office PowerPoint</Application>
  <PresentationFormat>On-screen Show (4:3)</PresentationFormat>
  <Paragraphs>122</Paragraphs>
  <Slides>23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Calibri</vt:lpstr>
      <vt:lpstr>Calibri Light</vt:lpstr>
      <vt:lpstr>Retrospect</vt:lpstr>
      <vt:lpstr>Unit 3: Cloud Platforms and Tools</vt:lpstr>
      <vt:lpstr>Agenda </vt:lpstr>
      <vt:lpstr>What Are Cloud Platforms?</vt:lpstr>
      <vt:lpstr>Why Learn Cloud Platforms?</vt:lpstr>
      <vt:lpstr>Amazon Web Services (AWS)</vt:lpstr>
      <vt:lpstr>AWS Key Features</vt:lpstr>
      <vt:lpstr>Microsoft Azure</vt:lpstr>
      <vt:lpstr>Azure Key Features</vt:lpstr>
      <vt:lpstr>Google Cloud Platform (GCP)</vt:lpstr>
      <vt:lpstr>GCP Key Features</vt:lpstr>
      <vt:lpstr>3.2.1 Compute Services Overview</vt:lpstr>
      <vt:lpstr>Compute Services Comparison</vt:lpstr>
      <vt:lpstr>When to Use Compute Services?</vt:lpstr>
      <vt:lpstr>3.2.2 Storage Services Overview</vt:lpstr>
      <vt:lpstr>Storage Services Comparison</vt:lpstr>
      <vt:lpstr>Storage Use Cases</vt:lpstr>
      <vt:lpstr>Data Lake</vt:lpstr>
      <vt:lpstr>3.2.3 Database Services Overview</vt:lpstr>
      <vt:lpstr>Database Services Comparison</vt:lpstr>
      <vt:lpstr>Database Use Cases</vt:lpstr>
      <vt:lpstr>Real-World Cloud Use Cases</vt:lpstr>
      <vt:lpstr>Industry Examples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Ashok Bhattarai</dc:creator>
  <cp:keywords/>
  <dc:description>generated using python-pptx</dc:description>
  <cp:lastModifiedBy>Ashok Bhattarai</cp:lastModifiedBy>
  <cp:revision>3</cp:revision>
  <dcterms:created xsi:type="dcterms:W3CDTF">2013-01-27T09:14:16Z</dcterms:created>
  <dcterms:modified xsi:type="dcterms:W3CDTF">2025-12-18T13:43:48Z</dcterms:modified>
  <cp:category/>
</cp:coreProperties>
</file>