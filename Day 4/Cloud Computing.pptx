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71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3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92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1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5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0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3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040827-9481-453A-8D99-F04C9344E51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D730813-DC8C-4070-A3AE-3E797D5D3C9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88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E541-310D-6ADB-CC1D-72323D867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D71C7-46C0-2E66-EB61-F2DAA58A6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Dec</a:t>
            </a:r>
          </a:p>
          <a:p>
            <a:r>
              <a:rPr lang="en-US" dirty="0"/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428528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9FCB-32D7-A044-2CD1-9F323B02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Private/Public Cloud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637BD7-E4E9-1B0C-BB46-74CD97F12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960" y="1846263"/>
            <a:ext cx="8764405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8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0320-CBD0-FA0C-00BF-D7A926D8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A14C-CED0-A793-4DD0-6E68D24CB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Roboto" panose="02000000000000000000" pitchFamily="2" charset="0"/>
              </a:rPr>
              <a:t>Optimize Workload Distribution</a:t>
            </a:r>
            <a:r>
              <a:rPr lang="en-US" b="0" i="0" dirty="0">
                <a:effectLst/>
                <a:latin typeface="Roboto" panose="02000000000000000000" pitchFamily="2" charset="0"/>
              </a:rPr>
              <a:t>: Sensitive workloads can remain in the private cloud, while less critical or scalable tasks can utilize the hybrid cloud's flexibility.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Roboto" panose="02000000000000000000" pitchFamily="2" charset="0"/>
              </a:rPr>
              <a:t>Enhance Scalability</a:t>
            </a:r>
            <a:r>
              <a:rPr lang="en-US" b="0" i="0" dirty="0">
                <a:effectLst/>
                <a:latin typeface="Roboto" panose="02000000000000000000" pitchFamily="2" charset="0"/>
              </a:rPr>
              <a:t>: During peak usage, the hybrid cloud can handle overflow traffic, ensuring uninterrupted operations.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Roboto" panose="02000000000000000000" pitchFamily="2" charset="0"/>
              </a:rPr>
              <a:t>Improve Cost Efficiency</a:t>
            </a:r>
            <a:r>
              <a:rPr lang="en-US" b="0" i="0" dirty="0">
                <a:effectLst/>
                <a:latin typeface="Roboto" panose="02000000000000000000" pitchFamily="2" charset="0"/>
              </a:rPr>
              <a:t>: Organizations can balance costs by using the public cloud for non-sensitive tasks while maintaining critical operations in the private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6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0DE3-916A-1E71-CFB2-70EDB794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Cloud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020490-0935-3D01-0674-68C1D65E3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1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F291-49A2-87E1-FEC5-1B7A08E8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9B5F-BF95-C10A-5C34-7782E1A5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Resilience</a:t>
            </a:r>
            <a:r>
              <a:rPr lang="en-US" dirty="0"/>
              <a:t> refers to a system’s ability to </a:t>
            </a:r>
            <a:r>
              <a:rPr lang="en-US" b="1" dirty="0"/>
              <a:t>keep working even when something goes wrong</a:t>
            </a:r>
            <a:r>
              <a:rPr lang="en-US" dirty="0"/>
              <a:t>—such as a server failure, network issue, or hardware problem.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If one server crashes, another automatically takes over, and users don’t experience downtime.</a:t>
            </a:r>
          </a:p>
          <a:p>
            <a:r>
              <a:rPr lang="en-US" b="1" dirty="0"/>
              <a:t>In short:</a:t>
            </a:r>
          </a:p>
          <a:p>
            <a:r>
              <a:rPr lang="en-US" dirty="0"/>
              <a:t>➡️ </a:t>
            </a:r>
            <a:r>
              <a:rPr lang="en-US" b="1" dirty="0"/>
              <a:t>Keeps services available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Recovers quickly from failures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Prevents downtime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789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152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Retrospect</vt:lpstr>
      <vt:lpstr>Cloud Computing</vt:lpstr>
      <vt:lpstr>Private/Public Cloud</vt:lpstr>
      <vt:lpstr>Hybrid Cloud </vt:lpstr>
      <vt:lpstr>Community Cloud</vt:lpstr>
      <vt:lpstr>Resilience in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3</cp:revision>
  <dcterms:created xsi:type="dcterms:W3CDTF">2025-12-04T16:07:53Z</dcterms:created>
  <dcterms:modified xsi:type="dcterms:W3CDTF">2025-12-04T16:40:26Z</dcterms:modified>
</cp:coreProperties>
</file>