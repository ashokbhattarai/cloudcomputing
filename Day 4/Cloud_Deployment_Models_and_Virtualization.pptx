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116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314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19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7829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257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3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553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52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693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93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81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24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1824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Cloud Deployment Models &amp; Virtualization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Cloud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Owned &amp; operated by third-party providers</a:t>
            </a:r>
          </a:p>
          <a:p>
            <a:r>
              <a:t>Clients share hardware/resources</a:t>
            </a:r>
          </a:p>
          <a:p>
            <a:r>
              <a:t>Highly scalable and cost-effective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Public Cloud – Detailed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AWS EC2: Rent servers instantly with pay-as-you-go</a:t>
            </a:r>
          </a:p>
          <a:p>
            <a:r>
              <a:t>Microsoft Azure Storage: Store files with global access</a:t>
            </a:r>
          </a:p>
          <a:p>
            <a:r>
              <a:t>Google Cloud BigQuery: Large-scale data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Cloud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Dedicated infrastructure for one organization</a:t>
            </a:r>
          </a:p>
          <a:p>
            <a:r>
              <a:t>More security, compliance, and control</a:t>
            </a:r>
          </a:p>
          <a:p>
            <a:r>
              <a:t>Higher cost than public cloud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Private Cloud – Detailed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Government data centers hosting classified information</a:t>
            </a:r>
          </a:p>
          <a:p>
            <a:r>
              <a:t>Banks running private VMware clusters for internal apps</a:t>
            </a:r>
          </a:p>
          <a:p>
            <a:r>
              <a:t>Universities using OpenStack private clouds for research computing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Cloud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Mix of Public + Private clouds</a:t>
            </a:r>
          </a:p>
          <a:p>
            <a:r>
              <a:t>Data and apps can move between environments</a:t>
            </a:r>
          </a:p>
          <a:p>
            <a:r>
              <a:t>Best for flexibility, cost control, and disaster recovery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Hybrid Cloud – Detailed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Company uses private cloud for HR data + public cloud for customer apps</a:t>
            </a:r>
          </a:p>
          <a:p>
            <a:r>
              <a:t>Hospitals store patient records privately but run appointment systems publicly</a:t>
            </a:r>
          </a:p>
          <a:p>
            <a:r>
              <a:t>Retail companies handle seasonal traffic using public cloud bursts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Cloud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Shared by organizations with common goals</a:t>
            </a:r>
          </a:p>
          <a:p>
            <a:r>
              <a:t>Cost distributed among the group</a:t>
            </a:r>
          </a:p>
          <a:p>
            <a:r>
              <a:t>Ideal for universities, banks, healthcare groups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Community Cloud – Detailed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Multiple universities sharing cloud for research datasets</a:t>
            </a:r>
          </a:p>
          <a:p>
            <a:r>
              <a:t>Healthcare providers sharing HIPAA-compliant community infrastructure</a:t>
            </a:r>
          </a:p>
          <a:p>
            <a:r>
              <a:t>Banking sector cloud for risk management and fraud detection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Virtualization – Role in Cloud Computing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Enables multiple virtual machines on a single physical server</a:t>
            </a:r>
          </a:p>
          <a:p>
            <a:r>
              <a:t>Improves resource utilization and cost savings</a:t>
            </a:r>
          </a:p>
          <a:p>
            <a:r>
              <a:t>Isolation increases security and reliability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Virtualization –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VMware ESXi: Runs multiple VMs for enterprise apps</a:t>
            </a:r>
          </a:p>
          <a:p>
            <a:r>
              <a:t>VirtualBox: Used by students for OS simulations</a:t>
            </a:r>
          </a:p>
          <a:p>
            <a:r>
              <a:t>Docker Containers: Lightweight virtualization for microservices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</TotalTime>
  <Words>268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Calibri</vt:lpstr>
      <vt:lpstr>Calibri Light</vt:lpstr>
      <vt:lpstr>Retrospect</vt:lpstr>
      <vt:lpstr>Cloud Deployment Models &amp; Virtualization</vt:lpstr>
      <vt:lpstr>Public Cloud – Overview</vt:lpstr>
      <vt:lpstr>Public Cloud – Detailed Examples</vt:lpstr>
      <vt:lpstr>Private Cloud – Overview</vt:lpstr>
      <vt:lpstr>Private Cloud – Detailed Examples</vt:lpstr>
      <vt:lpstr>Hybrid Cloud – Overview</vt:lpstr>
      <vt:lpstr>Hybrid Cloud – Detailed Examples</vt:lpstr>
      <vt:lpstr>Community Cloud – Overview</vt:lpstr>
      <vt:lpstr>Community Cloud – Detailed Examples</vt:lpstr>
      <vt:lpstr>Virtualization – Role in Cloud Computing</vt:lpstr>
      <vt:lpstr>Virtualization – Examples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Ashok Bhattarai</dc:creator>
  <cp:keywords/>
  <dc:description>generated using python-pptx</dc:description>
  <cp:lastModifiedBy>Ashok Bhattarai</cp:lastModifiedBy>
  <cp:revision>2</cp:revision>
  <dcterms:created xsi:type="dcterms:W3CDTF">2013-01-27T09:14:16Z</dcterms:created>
  <dcterms:modified xsi:type="dcterms:W3CDTF">2025-12-04T16:31:34Z</dcterms:modified>
  <cp:category/>
</cp:coreProperties>
</file>